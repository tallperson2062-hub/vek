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YOLOv7 Deployment and NPU-Only Performance Evaluation on the AMD Versal AI Edge VEK280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evaluation: NPU-only mode, CPU subgraphs disabled / skipped</a:t>
            </a:r>
            <a:endParaRPr lang="en-US" sz="1300" dirty="0"/>
          </a:p>
        </p:txBody>
      </p:sp>
      <p:pic>
        <p:nvPicPr>
          <p:cNvPr id="4" name="Image 0" descr="img/vek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640080"/>
            <a:ext cx="2011680" cy="2011680"/>
          </a:xfrm>
          <a:prstGeom prst="rect">
            <a:avLst/>
          </a:prstGeom>
        </p:spPr>
      </p:pic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8046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108960"/>
                <a:gridCol w="1371600"/>
                <a:gridCol w="24688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 Versal AI Edge VEK280 / VE2802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Vitis / Vitis-AI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2025.2 / 6.2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YOLOv7, fixed 640 × 640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VE2802 NPU, A304 configuration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NPU-only, CPU subgraphs skipped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VART/NPU runner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VEK280 hardware and connections</a:t>
            </a:r>
            <a:endParaRPr lang="en-US" sz="2400" dirty="0"/>
          </a:p>
        </p:txBody>
      </p:sp>
      <p:pic>
        <p:nvPicPr>
          <p:cNvPr id="3" name="Image 0" descr="img/hardw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4572000" cy="2801209"/>
          </a:xfrm>
          <a:prstGeom prst="rect">
            <a:avLst/>
          </a:prstGeom>
        </p:spPr>
      </p:pic>
      <p:pic>
        <p:nvPicPr>
          <p:cNvPr id="4" name="Image 1" descr="img/connec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960120"/>
            <a:ext cx="3474720" cy="260502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977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VE2802 SoC: processing system, programmable logic and AIE-ML array (304 tiles, NPU at 500 MHz)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GB LPDDR4; MicroSD boot; Ethernet, USB-UART, HDMI and USB webcam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from its supplied input, boots from MicroSD, Ethernet to host for SSH and file transfer, USB-UART for console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architecture and deployment flow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stage executes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4023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7373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Executes 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9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Read/decode, letterbox, input preparation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(processing system)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INT8 neural-network inference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NPU (PL + AIE-ML)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decode, NMS, drawing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(processing system)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data and buffers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LPDDR4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2918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VEK280 uses the AI Engine-based NPU, not the DPU of earlier platforms, so the model is compiled specifically for the VE2802 NPU. Compilation is not pruning.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flow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132588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export model to ONNX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INT8 quantization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compile for VE2802 NPU (A304)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package the snapshot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Board: copy snapshot to MicroSD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Board: VART app loads it and feeds tensors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Board: decode and NMS on NPU output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Snapshot: /run/media/mmcblk0p1/snapshot.VE2802_NPU_IP_O00_A304_M3.yolov7.TF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YOLOv7 final configuration: NPU-only</a:t>
            </a:r>
            <a:endParaRPr lang="en-US" sz="2400" dirty="0"/>
          </a:p>
        </p:txBody>
      </p:sp>
      <p:pic>
        <p:nvPicPr>
          <p:cNvPr id="3" name="Image 0" descr="ch/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7498080" cy="156210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4023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9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3, 640, 640) float32 NCHW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NPU 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640, 640, 4) INT8 NHWC4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tensor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(1, 25200, 85)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/ NMS IoU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 / 0.45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754880" y="274320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subgraph is skipped; the network runs fully on the NPU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 clean accelerator measurement and one consistent configuration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still handles image handling, decode, NMS and display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4069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NPU only mode set. Skipping node wrp_network_embd_export_2_cpu_subgraph_call.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NPU-only profiling results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206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731520"/>
                <a:gridCol w="731520"/>
                <a:gridCol w="731520"/>
                <a:gridCol w="7315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per frame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320×240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640×480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1280×720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1920×1080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9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Read/decode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Letterbox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Decode+NMS+Draw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39.57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FPS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busy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ch/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005840"/>
            <a:ext cx="3840480" cy="18135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images at each of four source resolutions (404/404 completed). Values are per-frame averages from the stage-level profiler. Model input is fixed at 640×640.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2400" dirty="0"/>
          </a:p>
        </p:txBody>
      </p:sp>
      <p:pic>
        <p:nvPicPr>
          <p:cNvPr id="3" name="Image 0" descr="ch/f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4114800" cy="1771650"/>
          </a:xfrm>
          <a:prstGeom prst="rect">
            <a:avLst/>
          </a:prstGeom>
        </p:spPr>
      </p:pic>
      <p:pic>
        <p:nvPicPr>
          <p:cNvPr id="4" name="Image 1" descr="ch/progr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34640"/>
            <a:ext cx="4114800" cy="188595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846320" y="100584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latency is stable at 7.12–7.18 ms (ceiling about 140 FPS), about 10× the best end-to-end rate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Read/decode rises 4.7× (9.52 to 44.31 ms) and is about 59% of frame time at 1920×1080; CPU load reaches 95%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preparation is a fixed 12.2–12.8 ms cost, larger than the NPU stage; decode, NMS and drawing add only about 3 ms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VART runner: 175.44 ms with CPU subgraph (development baseline) fell to 73.75 ms NPU-only, 2.38× faster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faster decode and resize, overlapped with NPU execution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AIE-ML activity, power and conclusions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2976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645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9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AIE-ML activity, 320×240 to 1280×720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51.65–52.07%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AIE-ML activity, 1920×1080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61.45% (tiles 59.19–64.40%)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AIE-ML activity, later 1920×1080 run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52.48% (52.21–52.77%)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power (4 resolutions)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3.546–3.565 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power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3.705–3.966 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per frame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0.131–0.267 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2918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AIE profiling adds large overhead (1920×1080: 74.99 ms rose to about 136 ms), so it is never used for benchmarks. Power is the INA226 monitored rail, not total board power.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2920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029200" y="132588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YOLOv7 runs on the VE2802 NPU, evaluated in NPU-only mode with CPU subgraphs disabled/skipped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inference is a stable 7.1 ms; the full pipeline reaches 13.33–27.01 FPS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is limited by CPU-side decode and preparation, not the NPU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and YOLOX-S were also deployed; video and webcam demos use the same NPU-only pipeline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2026-10-07T06:46:34Z</dcterms:created>
  <dcterms:modified xsi:type="dcterms:W3CDTF">2026-10-07T06:46:34Z</dcterms:modified>
</cp:coreProperties>
</file>