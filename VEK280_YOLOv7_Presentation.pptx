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VEK280 Vitis-AI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Deployment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YOLOv7 Evaluation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Versal AI Edge VEK280 (VE2802)  ·  Vitis 2025.2  ·  Vitis-AI 6.2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technical summary</a:t>
            </a:r>
            <a:endParaRPr lang="en-US" sz="1300" dirty="0"/>
          </a:p>
        </p:txBody>
      </p:sp>
      <p:pic>
        <p:nvPicPr>
          <p:cNvPr id="5" name="Image 0" descr="v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23444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VEK280 board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Versal AI Edge VE2802 Adaptive SoC for embedded AI inference</a:t>
            </a:r>
            <a:endParaRPr lang="en-US" sz="1300" dirty="0"/>
          </a:p>
        </p:txBody>
      </p:sp>
      <p:pic>
        <p:nvPicPr>
          <p:cNvPr id="4" name="Image 0" descr="h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212080" cy="319337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0" y="137160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VE2802 SoC: processing system, programmable logic and AI Engine-ML array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AIE-ML array: 38 columns × 8 rows (304 tiles)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GB LPDDR4 working memory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MicroSD boot, Ethernet, USB/JTAG, HDMI, FMC+, PCIe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locally on the board, not the host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connections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project setup</a:t>
            </a:r>
            <a:endParaRPr lang="en-US" sz="1300" dirty="0"/>
          </a:p>
        </p:txBody>
      </p:sp>
      <p:pic>
        <p:nvPicPr>
          <p:cNvPr id="4" name="Image 0" descr="/mnt/user-data/uploads/physical_conne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756734" cy="3566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0" y="137160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supplied power input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Boot: MicroSD card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PC: Ethernet for SSH and file transfer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and debug: USB-UART / JTAG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USB webcam and HDMI display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YOLOv7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One-stage, anchor-based detector with a fixed 640×640 input in this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F3F5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447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640×640×3 RGB, letterbox resize, normalize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38528" y="1920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39696" y="137160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0B6E99"/>
          </a:solidFill>
          <a:ln w="9525">
            <a:solidFill>
              <a:srgbClr val="0B6E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39696" y="14447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31136" y="1828800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Conv-BN-SiLU stem, E-ELAN blocks, MP downsampling → C3, C4, C5 features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1920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822192" y="137160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0B6E99"/>
          </a:solidFill>
          <a:ln w="9525">
            <a:solidFill>
              <a:srgbClr val="0B6E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22192" y="14447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13632" y="1828800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SPPCSPC, then PAN/FPN top-down and bottom-up feature fusion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1920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504688" y="137160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0B6E99"/>
          </a:solidFill>
          <a:ln w="9525">
            <a:solidFill>
              <a:srgbClr val="0B6E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04688" y="14447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596128" y="1828800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RepConv per scale, 1×1 conv predicts box, objectness, class (3 anchors)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86016" y="1920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187184" y="137160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F3F5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87184" y="14447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78624" y="1828800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decoding and NMS (conf 0.25, IoU 0.45)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detection scales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EAF2F7"/>
          </a:solidFill>
          <a:ln w="9525">
            <a:solidFill>
              <a:srgbClr val="EAF2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611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80×80  </a:t>
            </a:r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8 · small objects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46120" y="36118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EAF2F7"/>
          </a:solidFill>
          <a:ln w="9525">
            <a:solidFill>
              <a:srgbClr val="EAF2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46120" y="3611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40×40  </a:t>
            </a:r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16 · medium objects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36118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EAF2F7"/>
          </a:solidFill>
          <a:ln w="9525">
            <a:solidFill>
              <a:srgbClr val="EAF2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35040" y="3611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20×20  </a:t>
            </a:r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32 · large objects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164592" cy="164592"/>
          </a:xfrm>
          <a:prstGeom prst="roundRect">
            <a:avLst>
              <a:gd name="adj" fmla="val 44444"/>
            </a:avLst>
          </a:prstGeom>
          <a:solidFill>
            <a:srgbClr val="0B6E99"/>
          </a:solidFill>
          <a:ln w="9525">
            <a:solidFill>
              <a:srgbClr val="0B6E9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4480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NPU (neural-network layers)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3360" y="4526280"/>
            <a:ext cx="164592" cy="164592"/>
          </a:xfrm>
          <a:prstGeom prst="roundRect">
            <a:avLst>
              <a:gd name="adj" fmla="val 44444"/>
            </a:avLst>
          </a:prstGeom>
          <a:solidFill>
            <a:srgbClr val="F3F5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79392" y="4480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Arm CPU (pre- and post-processing)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trained model to board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.pt file is not run directly: the model is prepared for the NPU on the host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host (x86 Ubuntu)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097280" cy="173736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10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468880"/>
            <a:ext cx="950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YOLOv7 to ONNX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36776" y="1737360"/>
            <a:ext cx="1097280" cy="173736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36776" y="1810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36776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709928" y="2468880"/>
            <a:ext cx="950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for NPU execution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16352" y="1737360"/>
            <a:ext cx="1097280" cy="173736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16352" y="1810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816352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889504" y="2468880"/>
            <a:ext cx="950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VE2802_NPU_IP_O00_A304_M3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95928" y="1737360"/>
            <a:ext cx="1097280" cy="173736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95928" y="1810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995928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2468880"/>
            <a:ext cx="950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model built on x86 host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75504" y="1737360"/>
            <a:ext cx="1097280" cy="1737360"/>
          </a:xfrm>
          <a:prstGeom prst="roundRect">
            <a:avLst>
              <a:gd name="adj" fmla="val 6667"/>
            </a:avLst>
          </a:prstGeom>
          <a:solidFill>
            <a:srgbClr val="EAF2F7"/>
          </a:solidFill>
          <a:ln w="9525">
            <a:solidFill>
              <a:srgbClr val="EAF2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75504" y="1810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175504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248656" y="2468880"/>
            <a:ext cx="950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snapshot and app to MicroSD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1737360"/>
            <a:ext cx="1097280" cy="1737360"/>
          </a:xfrm>
          <a:prstGeom prst="roundRect">
            <a:avLst>
              <a:gd name="adj" fmla="val 6667"/>
            </a:avLst>
          </a:prstGeom>
          <a:solidFill>
            <a:srgbClr val="EAF2F7"/>
          </a:solidFill>
          <a:ln w="9525">
            <a:solidFill>
              <a:srgbClr val="EAF2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1810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28232" y="2468880"/>
            <a:ext cx="950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VART app loads snapshot, sends tensors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534656" y="1737360"/>
            <a:ext cx="1097280" cy="1737360"/>
          </a:xfrm>
          <a:prstGeom prst="roundRect">
            <a:avLst>
              <a:gd name="adj" fmla="val 6667"/>
            </a:avLst>
          </a:prstGeom>
          <a:solidFill>
            <a:srgbClr val="EAF2F7"/>
          </a:solidFill>
          <a:ln w="9525">
            <a:solidFill>
              <a:srgbClr val="EAF2F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34656" y="1810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534656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607808" y="2468880"/>
            <a:ext cx="950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runs network; CPU decodes and NMS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snapshot: </a:t>
            </a:r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/run/media/mmcblk0p1/snapshot.VE2802_NPU_IP_O00_A304_M3.yolov7.TF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settings: fixed 640×640 input, confidence 0.25, NMS IoU 0.45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runs on the board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neural-network math on the NPU; everything around it on the CPU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3F5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+ app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623060"/>
            <a:ext cx="365760" cy="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214884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3F5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webcam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image 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2491740"/>
            <a:ext cx="365760" cy="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3F5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17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/ HDMI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SSH, display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3360420"/>
            <a:ext cx="365760" cy="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68880" y="1234440"/>
            <a:ext cx="62179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0B6E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0604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Versal AI Edge VE2802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169164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3F5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51760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system (Arm CPU)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212140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+ VART runtime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image or camera frame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640×640, normalize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decoding and NMS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and saves result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169164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0B6E99"/>
          </a:solidFill>
          <a:ln w="9525">
            <a:solidFill>
              <a:srgbClr val="0B6E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(PL + AIE-ML)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2121408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YOLOv7 network layers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AIE-ML array: 38 × 8 = 304 tiles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datapath for control and data movement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63 ms per frame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2560320"/>
            <a:ext cx="54864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5760720" y="3063240"/>
            <a:ext cx="-54864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212080" y="23317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8529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4114800"/>
            <a:ext cx="6217920" cy="411480"/>
          </a:xfrm>
          <a:prstGeom prst="roundRect">
            <a:avLst>
              <a:gd name="adj" fmla="val 17778"/>
            </a:avLst>
          </a:prstGeom>
          <a:solidFill>
            <a:srgbClr val="F3F5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68880" y="4114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GB LPDDR4: weights, activations and buffers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YOLOv7 results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100-image baseline, 640×640 model input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AF2F7"/>
          </a:solidFill>
          <a:ln w="9525">
            <a:solidFill>
              <a:srgbClr val="EA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63.1 ms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NPU latency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42032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AF2F7"/>
          </a:solidFill>
          <a:ln w="9525">
            <a:solidFill>
              <a:srgbClr val="EA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42032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 FPS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33472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throughput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26864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AF2F7"/>
          </a:solidFill>
          <a:ln w="9525">
            <a:solidFill>
              <a:srgbClr val="EA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6864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0.315 FPS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718304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throughput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11696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AF2F7"/>
          </a:solidFill>
          <a:ln w="9525">
            <a:solidFill>
              <a:srgbClr val="EA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11696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≈3.3 W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803136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rail power (INA226)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632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latency stayed about the same from 320×240 to 1920×1080 sources, because the model input is fixed at 640×640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webcam: about 14.2 NPU FPS but 0.31 end-to-end FPS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the surrounding pipeline (pre/post-processing, I/O), not the NPU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is about 10.5 J per image; power is a rail measurement, not total board power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2026-10-01T05:26:33Z</dcterms:created>
  <dcterms:modified xsi:type="dcterms:W3CDTF">2026-10-01T05:26:33Z</dcterms:modified>
</cp:coreProperties>
</file>